
<file path=[Content_Types].xml><?xml version="1.0" encoding="utf-8"?>
<Types/>
</file>

<file path=ppt/presentation.xml><?xml version="1.0" encoding="utf-8"?>
<p:presentation xmlns:p="x"/>
</file>

<file path=ppt/slides/slide1.xml><?xml version="1.0" encoding="utf-8"?>
<p:sld xmlns:p="x" xmlns:a="y">
  <p:cSld>
    <p:spTree>
      <a:p>
        <a:r>
          <a:t>Remittance Instructions</a:t>
        </a:r>
      </a:p>
      <a:p>
        <a:r>
          <a:t>Wire the funds to IBAN GB82WEST12345698765432 at the receiving bank.</a:t>
        </a:r>
      </a:p>
    </p:spTree>
  </p:cSld>
</p:sld>
</file>